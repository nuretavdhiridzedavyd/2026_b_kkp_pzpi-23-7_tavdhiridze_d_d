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4" r:id="rId9"/>
    <p:sldId id="269" r:id="rId10"/>
    <p:sldId id="270" r:id="rId11"/>
    <p:sldId id="265" r:id="rId12"/>
    <p:sldId id="267" r:id="rId13"/>
  </p:sldIdLst>
  <p:sldSz cx="9144000" cy="5143500" type="screen16x9"/>
  <p:notesSz cx="6858000" cy="9144000"/>
  <p:embeddedFontLst>
    <p:embeddedFont>
      <p:font typeface="Economica" panose="020B060402020202020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рися Багрій" userId="ff929c67511527b9" providerId="LiveId" clId="{8261272E-99A6-4D29-B416-6924B78AEA47}"/>
    <pc:docChg chg="undo redo custSel addSld delSld modSld sldOrd">
      <pc:chgData name="Орися Багрій" userId="ff929c67511527b9" providerId="LiveId" clId="{8261272E-99A6-4D29-B416-6924B78AEA47}" dt="2026-05-31T18:46:01.312" v="474" actId="790"/>
      <pc:docMkLst>
        <pc:docMk/>
      </pc:docMkLst>
      <pc:sldChg chg="addSp modSp mod">
        <pc:chgData name="Орися Багрій" userId="ff929c67511527b9" providerId="LiveId" clId="{8261272E-99A6-4D29-B416-6924B78AEA47}" dt="2026-05-31T18:46:01.312" v="474" actId="790"/>
        <pc:sldMkLst>
          <pc:docMk/>
          <pc:sldMk cId="0" sldId="257"/>
        </pc:sldMkLst>
        <pc:spChg chg="add mod">
          <ac:chgData name="Орися Багрій" userId="ff929c67511527b9" providerId="LiveId" clId="{8261272E-99A6-4D29-B416-6924B78AEA47}" dt="2026-05-28T20:44:48.025" v="403" actId="20577"/>
          <ac:spMkLst>
            <pc:docMk/>
            <pc:sldMk cId="0" sldId="257"/>
            <ac:spMk id="7" creationId="{D8341E85-6957-466B-A4CE-A9DC96ADCEE5}"/>
          </ac:spMkLst>
        </pc:spChg>
        <pc:spChg chg="mod">
          <ac:chgData name="Орися Багрій" userId="ff929c67511527b9" providerId="LiveId" clId="{8261272E-99A6-4D29-B416-6924B78AEA47}" dt="2026-05-31T18:46:01.312" v="474" actId="790"/>
          <ac:spMkLst>
            <pc:docMk/>
            <pc:sldMk cId="0" sldId="257"/>
            <ac:spMk id="12" creationId="{8E2B65A3-98CC-42D8-8A14-C26DAE7ED5E7}"/>
          </ac:spMkLst>
        </pc:spChg>
      </pc:sldChg>
      <pc:sldChg chg="addSp modSp mod">
        <pc:chgData name="Орися Багрій" userId="ff929c67511527b9" providerId="LiveId" clId="{8261272E-99A6-4D29-B416-6924B78AEA47}" dt="2026-05-28T20:44:50.213" v="404" actId="20577"/>
        <pc:sldMkLst>
          <pc:docMk/>
          <pc:sldMk cId="0" sldId="258"/>
        </pc:sldMkLst>
        <pc:spChg chg="add mod">
          <ac:chgData name="Орися Багрій" userId="ff929c67511527b9" providerId="LiveId" clId="{8261272E-99A6-4D29-B416-6924B78AEA47}" dt="2026-05-28T20:44:50.213" v="404" actId="20577"/>
          <ac:spMkLst>
            <pc:docMk/>
            <pc:sldMk cId="0" sldId="258"/>
            <ac:spMk id="9" creationId="{0C4D8473-7F34-4B40-8DC0-4AA0FF216A09}"/>
          </ac:spMkLst>
        </pc:spChg>
      </pc:sldChg>
      <pc:sldChg chg="addSp modSp mod">
        <pc:chgData name="Орися Багрій" userId="ff929c67511527b9" providerId="LiveId" clId="{8261272E-99A6-4D29-B416-6924B78AEA47}" dt="2026-05-28T20:44:55.699" v="409" actId="20577"/>
        <pc:sldMkLst>
          <pc:docMk/>
          <pc:sldMk cId="0" sldId="264"/>
        </pc:sldMkLst>
        <pc:spChg chg="add mod">
          <ac:chgData name="Орися Багрій" userId="ff929c67511527b9" providerId="LiveId" clId="{8261272E-99A6-4D29-B416-6924B78AEA47}" dt="2026-05-28T20:44:55.699" v="409" actId="20577"/>
          <ac:spMkLst>
            <pc:docMk/>
            <pc:sldMk cId="0" sldId="264"/>
            <ac:spMk id="8" creationId="{A1E5343E-C4D1-49DF-8DC2-F532F354E5EF}"/>
          </ac:spMkLst>
        </pc:spChg>
        <pc:spChg chg="mod">
          <ac:chgData name="Орися Багрій" userId="ff929c67511527b9" providerId="LiveId" clId="{8261272E-99A6-4D29-B416-6924B78AEA47}" dt="2026-05-28T20:30:16.462" v="2" actId="255"/>
          <ac:spMkLst>
            <pc:docMk/>
            <pc:sldMk cId="0" sldId="264"/>
            <ac:spMk id="120" creationId="{00000000-0000-0000-0000-000000000000}"/>
          </ac:spMkLst>
        </pc:spChg>
        <pc:spChg chg="mod">
          <ac:chgData name="Орися Багрій" userId="ff929c67511527b9" providerId="LiveId" clId="{8261272E-99A6-4D29-B416-6924B78AEA47}" dt="2026-05-28T20:36:16.799" v="62" actId="1076"/>
          <ac:spMkLst>
            <pc:docMk/>
            <pc:sldMk cId="0" sldId="264"/>
            <ac:spMk id="121" creationId="{00000000-0000-0000-0000-000000000000}"/>
          </ac:spMkLst>
        </pc:spChg>
        <pc:picChg chg="add mod">
          <ac:chgData name="Орися Багрій" userId="ff929c67511527b9" providerId="LiveId" clId="{8261272E-99A6-4D29-B416-6924B78AEA47}" dt="2026-05-28T20:43:48.415" v="307" actId="1076"/>
          <ac:picMkLst>
            <pc:docMk/>
            <pc:sldMk cId="0" sldId="264"/>
            <ac:picMk id="4" creationId="{57BA80E2-64AD-4656-9299-6F2D301786CF}"/>
          </ac:picMkLst>
        </pc:picChg>
      </pc:sldChg>
      <pc:sldChg chg="addSp delSp modSp mod ord">
        <pc:chgData name="Орися Багрій" userId="ff929c67511527b9" providerId="LiveId" clId="{8261272E-99A6-4D29-B416-6924B78AEA47}" dt="2026-05-28T20:45:03.565" v="412" actId="20577"/>
        <pc:sldMkLst>
          <pc:docMk/>
          <pc:sldMk cId="0" sldId="265"/>
        </pc:sldMkLst>
        <pc:spChg chg="add del mod">
          <ac:chgData name="Орися Багрій" userId="ff929c67511527b9" providerId="LiveId" clId="{8261272E-99A6-4D29-B416-6924B78AEA47}" dt="2026-05-28T20:40:32.264" v="109" actId="478"/>
          <ac:spMkLst>
            <pc:docMk/>
            <pc:sldMk cId="0" sldId="265"/>
            <ac:spMk id="4" creationId="{5B199B7A-368C-453F-9681-DF7728FF3E72}"/>
          </ac:spMkLst>
        </pc:spChg>
        <pc:spChg chg="add mod">
          <ac:chgData name="Орися Багрій" userId="ff929c67511527b9" providerId="LiveId" clId="{8261272E-99A6-4D29-B416-6924B78AEA47}" dt="2026-05-28T20:45:03.565" v="412" actId="20577"/>
          <ac:spMkLst>
            <pc:docMk/>
            <pc:sldMk cId="0" sldId="265"/>
            <ac:spMk id="13" creationId="{0A09339D-1656-41E5-A8B7-B7872D3ECA00}"/>
          </ac:spMkLst>
        </pc:spChg>
        <pc:spChg chg="del">
          <ac:chgData name="Орися Багрій" userId="ff929c67511527b9" providerId="LiveId" clId="{8261272E-99A6-4D29-B416-6924B78AEA47}" dt="2026-05-28T20:40:26.162" v="108" actId="478"/>
          <ac:spMkLst>
            <pc:docMk/>
            <pc:sldMk cId="0" sldId="265"/>
            <ac:spMk id="128" creationId="{00000000-0000-0000-0000-000000000000}"/>
          </ac:spMkLst>
        </pc:spChg>
        <pc:picChg chg="add mod">
          <ac:chgData name="Орися Багрій" userId="ff929c67511527b9" providerId="LiveId" clId="{8261272E-99A6-4D29-B416-6924B78AEA47}" dt="2026-05-28T20:40:54.464" v="120" actId="1076"/>
          <ac:picMkLst>
            <pc:docMk/>
            <pc:sldMk cId="0" sldId="265"/>
            <ac:picMk id="6" creationId="{BDE59623-FAB1-4361-8702-3E591305CF7C}"/>
          </ac:picMkLst>
        </pc:picChg>
        <pc:picChg chg="add mod">
          <ac:chgData name="Орися Багрій" userId="ff929c67511527b9" providerId="LiveId" clId="{8261272E-99A6-4D29-B416-6924B78AEA47}" dt="2026-05-28T20:40:55.539" v="121" actId="1076"/>
          <ac:picMkLst>
            <pc:docMk/>
            <pc:sldMk cId="0" sldId="265"/>
            <ac:picMk id="8" creationId="{637EDD55-543A-4AFE-9FFA-5ACA510DBE79}"/>
          </ac:picMkLst>
        </pc:picChg>
        <pc:picChg chg="add mod">
          <ac:chgData name="Орися Багрій" userId="ff929c67511527b9" providerId="LiveId" clId="{8261272E-99A6-4D29-B416-6924B78AEA47}" dt="2026-05-28T20:41:50.869" v="135" actId="1076"/>
          <ac:picMkLst>
            <pc:docMk/>
            <pc:sldMk cId="0" sldId="265"/>
            <ac:picMk id="10" creationId="{5A120562-244D-4C38-BB6A-144F4578DFC8}"/>
          </ac:picMkLst>
        </pc:picChg>
        <pc:picChg chg="add mod">
          <ac:chgData name="Орися Багрій" userId="ff929c67511527b9" providerId="LiveId" clId="{8261272E-99A6-4D29-B416-6924B78AEA47}" dt="2026-05-28T20:41:53.240" v="136" actId="1076"/>
          <ac:picMkLst>
            <pc:docMk/>
            <pc:sldMk cId="0" sldId="265"/>
            <ac:picMk id="12" creationId="{C7D59650-6C8B-4093-BDDC-7278E27FC504}"/>
          </ac:picMkLst>
        </pc:picChg>
      </pc:sldChg>
      <pc:sldChg chg="addSp delSp modSp mod">
        <pc:chgData name="Орися Багрій" userId="ff929c67511527b9" providerId="LiveId" clId="{8261272E-99A6-4D29-B416-6924B78AEA47}" dt="2026-05-28T20:50:17.094" v="472" actId="1076"/>
        <pc:sldMkLst>
          <pc:docMk/>
          <pc:sldMk cId="0" sldId="267"/>
        </pc:sldMkLst>
        <pc:spChg chg="mod">
          <ac:chgData name="Орися Багрій" userId="ff929c67511527b9" providerId="LiveId" clId="{8261272E-99A6-4D29-B416-6924B78AEA47}" dt="2026-05-28T20:50:17.094" v="472" actId="1076"/>
          <ac:spMkLst>
            <pc:docMk/>
            <pc:sldMk cId="0" sldId="267"/>
            <ac:spMk id="2" creationId="{2B5B94D8-63F6-7EAC-6461-2DB4B135596F}"/>
          </ac:spMkLst>
        </pc:spChg>
        <pc:spChg chg="add del mod">
          <ac:chgData name="Орися Багрій" userId="ff929c67511527b9" providerId="LiveId" clId="{8261272E-99A6-4D29-B416-6924B78AEA47}" dt="2026-05-28T20:48:14.286" v="414" actId="478"/>
          <ac:spMkLst>
            <pc:docMk/>
            <pc:sldMk cId="0" sldId="267"/>
            <ac:spMk id="4" creationId="{C4C9C2EC-2590-4B1F-B6C3-17D890AF65EB}"/>
          </ac:spMkLst>
        </pc:spChg>
        <pc:spChg chg="add del mod">
          <ac:chgData name="Орися Багрій" userId="ff929c67511527b9" providerId="LiveId" clId="{8261272E-99A6-4D29-B416-6924B78AEA47}" dt="2026-05-28T20:48:17.285" v="416" actId="478"/>
          <ac:spMkLst>
            <pc:docMk/>
            <pc:sldMk cId="0" sldId="267"/>
            <ac:spMk id="6" creationId="{9E27D77B-18E7-4EBB-A246-04F72B619D0F}"/>
          </ac:spMkLst>
        </pc:spChg>
        <pc:spChg chg="add mod">
          <ac:chgData name="Орися Багрій" userId="ff929c67511527b9" providerId="LiveId" clId="{8261272E-99A6-4D29-B416-6924B78AEA47}" dt="2026-05-28T20:48:24.709" v="422" actId="1076"/>
          <ac:spMkLst>
            <pc:docMk/>
            <pc:sldMk cId="0" sldId="267"/>
            <ac:spMk id="10" creationId="{00F491B2-17F2-4E70-9E3A-140BF62503FE}"/>
          </ac:spMkLst>
        </pc:spChg>
        <pc:spChg chg="add mod">
          <ac:chgData name="Орися Багрій" userId="ff929c67511527b9" providerId="LiveId" clId="{8261272E-99A6-4D29-B416-6924B78AEA47}" dt="2026-05-28T20:49:46.389" v="460" actId="208"/>
          <ac:spMkLst>
            <pc:docMk/>
            <pc:sldMk cId="0" sldId="267"/>
            <ac:spMk id="11" creationId="{6C83F635-0874-4B0E-A1F0-A13BCB467DC5}"/>
          </ac:spMkLst>
        </pc:spChg>
        <pc:spChg chg="add mod">
          <ac:chgData name="Орися Багрій" userId="ff929c67511527b9" providerId="LiveId" clId="{8261272E-99A6-4D29-B416-6924B78AEA47}" dt="2026-05-28T20:48:51.843" v="437" actId="1076"/>
          <ac:spMkLst>
            <pc:docMk/>
            <pc:sldMk cId="0" sldId="267"/>
            <ac:spMk id="12" creationId="{639DF099-C22E-47AA-B598-EBACDE3B2F67}"/>
          </ac:spMkLst>
        </pc:spChg>
        <pc:spChg chg="add mod">
          <ac:chgData name="Орися Багрій" userId="ff929c67511527b9" providerId="LiveId" clId="{8261272E-99A6-4D29-B416-6924B78AEA47}" dt="2026-05-28T20:48:51.843" v="437" actId="1076"/>
          <ac:spMkLst>
            <pc:docMk/>
            <pc:sldMk cId="0" sldId="267"/>
            <ac:spMk id="13" creationId="{A6F90F6F-5348-4C1B-9D03-7A8A2C62A9E4}"/>
          </ac:spMkLst>
        </pc:spChg>
        <pc:spChg chg="add mod">
          <ac:chgData name="Орися Багрій" userId="ff929c67511527b9" providerId="LiveId" clId="{8261272E-99A6-4D29-B416-6924B78AEA47}" dt="2026-05-28T20:49:58.256" v="464" actId="1076"/>
          <ac:spMkLst>
            <pc:docMk/>
            <pc:sldMk cId="0" sldId="267"/>
            <ac:spMk id="14" creationId="{3059B96F-2C66-4B7D-9DF8-DE160B786D4A}"/>
          </ac:spMkLst>
        </pc:spChg>
        <pc:spChg chg="add mod">
          <ac:chgData name="Орися Багрій" userId="ff929c67511527b9" providerId="LiveId" clId="{8261272E-99A6-4D29-B416-6924B78AEA47}" dt="2026-05-28T20:49:01.143" v="441" actId="14100"/>
          <ac:spMkLst>
            <pc:docMk/>
            <pc:sldMk cId="0" sldId="267"/>
            <ac:spMk id="15" creationId="{80084E33-EF88-487A-9447-424A49CB8A7F}"/>
          </ac:spMkLst>
        </pc:spChg>
        <pc:spChg chg="add mod">
          <ac:chgData name="Орися Багрій" userId="ff929c67511527b9" providerId="LiveId" clId="{8261272E-99A6-4D29-B416-6924B78AEA47}" dt="2026-05-28T20:49:01.143" v="441" actId="14100"/>
          <ac:spMkLst>
            <pc:docMk/>
            <pc:sldMk cId="0" sldId="267"/>
            <ac:spMk id="16" creationId="{6B005AB5-FA3D-417F-BB23-85787A9129CD}"/>
          </ac:spMkLst>
        </pc:spChg>
        <pc:spChg chg="add mod">
          <ac:chgData name="Орися Багрій" userId="ff929c67511527b9" providerId="LiveId" clId="{8261272E-99A6-4D29-B416-6924B78AEA47}" dt="2026-05-28T20:49:53.696" v="462" actId="14100"/>
          <ac:spMkLst>
            <pc:docMk/>
            <pc:sldMk cId="0" sldId="267"/>
            <ac:spMk id="17" creationId="{20321B3E-32DF-478C-878C-4A14B4256E8E}"/>
          </ac:spMkLst>
        </pc:spChg>
        <pc:spChg chg="add mod">
          <ac:chgData name="Орися Багрій" userId="ff929c67511527b9" providerId="LiveId" clId="{8261272E-99A6-4D29-B416-6924B78AEA47}" dt="2026-05-28T20:50:06.409" v="468" actId="1076"/>
          <ac:spMkLst>
            <pc:docMk/>
            <pc:sldMk cId="0" sldId="267"/>
            <ac:spMk id="18" creationId="{79E3BEDF-A147-4C8D-A177-C06F54934503}"/>
          </ac:spMkLst>
        </pc:spChg>
        <pc:spChg chg="del">
          <ac:chgData name="Орися Багрій" userId="ff929c67511527b9" providerId="LiveId" clId="{8261272E-99A6-4D29-B416-6924B78AEA47}" dt="2026-05-28T20:48:13.154" v="413" actId="478"/>
          <ac:spMkLst>
            <pc:docMk/>
            <pc:sldMk cId="0" sldId="267"/>
            <ac:spMk id="141" creationId="{00000000-0000-0000-0000-000000000000}"/>
          </ac:spMkLst>
        </pc:spChg>
        <pc:spChg chg="del">
          <ac:chgData name="Орися Багрій" userId="ff929c67511527b9" providerId="LiveId" clId="{8261272E-99A6-4D29-B416-6924B78AEA47}" dt="2026-05-28T20:48:15.504" v="415" actId="478"/>
          <ac:spMkLst>
            <pc:docMk/>
            <pc:sldMk cId="0" sldId="267"/>
            <ac:spMk id="142" creationId="{00000000-0000-0000-0000-000000000000}"/>
          </ac:spMkLst>
        </pc:spChg>
      </pc:sldChg>
      <pc:sldChg chg="del">
        <pc:chgData name="Орися Багрій" userId="ff929c67511527b9" providerId="LiveId" clId="{8261272E-99A6-4D29-B416-6924B78AEA47}" dt="2026-05-28T20:32:54.938" v="49" actId="47"/>
        <pc:sldMkLst>
          <pc:docMk/>
          <pc:sldMk cId="29422119" sldId="268"/>
        </pc:sldMkLst>
      </pc:sldChg>
      <pc:sldChg chg="addSp delSp modSp add mod">
        <pc:chgData name="Орися Багрій" userId="ff929c67511527b9" providerId="LiveId" clId="{8261272E-99A6-4D29-B416-6924B78AEA47}" dt="2026-05-28T20:44:58.165" v="410" actId="20577"/>
        <pc:sldMkLst>
          <pc:docMk/>
          <pc:sldMk cId="326337176" sldId="269"/>
        </pc:sldMkLst>
        <pc:spChg chg="add mod">
          <ac:chgData name="Орися Багрій" userId="ff929c67511527b9" providerId="LiveId" clId="{8261272E-99A6-4D29-B416-6924B78AEA47}" dt="2026-05-28T20:44:58.165" v="410" actId="20577"/>
          <ac:spMkLst>
            <pc:docMk/>
            <pc:sldMk cId="326337176" sldId="269"/>
            <ac:spMk id="10" creationId="{081DE141-745F-47B1-A612-3301AEF66CFB}"/>
          </ac:spMkLst>
        </pc:spChg>
        <pc:spChg chg="mod">
          <ac:chgData name="Орися Багрій" userId="ff929c67511527b9" providerId="LiveId" clId="{8261272E-99A6-4D29-B416-6924B78AEA47}" dt="2026-05-28T20:31:19.697" v="31" actId="404"/>
          <ac:spMkLst>
            <pc:docMk/>
            <pc:sldMk cId="326337176" sldId="269"/>
            <ac:spMk id="121" creationId="{00000000-0000-0000-0000-000000000000}"/>
          </ac:spMkLst>
        </pc:spChg>
        <pc:picChg chg="add del mod">
          <ac:chgData name="Орися Багрій" userId="ff929c67511527b9" providerId="LiveId" clId="{8261272E-99A6-4D29-B416-6924B78AEA47}" dt="2026-05-28T20:37:27.097" v="68" actId="22"/>
          <ac:picMkLst>
            <pc:docMk/>
            <pc:sldMk cId="326337176" sldId="269"/>
            <ac:picMk id="4" creationId="{62EB83BF-0CC2-42F8-91EE-CF26A16CD536}"/>
          </ac:picMkLst>
        </pc:picChg>
        <pc:picChg chg="add mod">
          <ac:chgData name="Орися Багрій" userId="ff929c67511527b9" providerId="LiveId" clId="{8261272E-99A6-4D29-B416-6924B78AEA47}" dt="2026-05-28T20:43:26.214" v="278" actId="1076"/>
          <ac:picMkLst>
            <pc:docMk/>
            <pc:sldMk cId="326337176" sldId="269"/>
            <ac:picMk id="6" creationId="{02400A31-2135-439D-8A41-9935FB291D6A}"/>
          </ac:picMkLst>
        </pc:picChg>
      </pc:sldChg>
      <pc:sldChg chg="addSp delSp modSp add mod">
        <pc:chgData name="Орися Багрій" userId="ff929c67511527b9" providerId="LiveId" clId="{8261272E-99A6-4D29-B416-6924B78AEA47}" dt="2026-05-28T20:50:22.797" v="473" actId="1076"/>
        <pc:sldMkLst>
          <pc:docMk/>
          <pc:sldMk cId="2856891561" sldId="270"/>
        </pc:sldMkLst>
        <pc:spChg chg="add mod">
          <ac:chgData name="Орися Багрій" userId="ff929c67511527b9" providerId="LiveId" clId="{8261272E-99A6-4D29-B416-6924B78AEA47}" dt="2026-05-28T20:50:22.797" v="473" actId="1076"/>
          <ac:spMkLst>
            <pc:docMk/>
            <pc:sldMk cId="2856891561" sldId="270"/>
            <ac:spMk id="12" creationId="{CF635881-316D-4FED-A74F-218E0B2798C9}"/>
          </ac:spMkLst>
        </pc:spChg>
        <pc:spChg chg="mod">
          <ac:chgData name="Орися Багрій" userId="ff929c67511527b9" providerId="LiveId" clId="{8261272E-99A6-4D29-B416-6924B78AEA47}" dt="2026-05-28T20:32:05.028" v="48" actId="27636"/>
          <ac:spMkLst>
            <pc:docMk/>
            <pc:sldMk cId="2856891561" sldId="270"/>
            <ac:spMk id="121" creationId="{00000000-0000-0000-0000-000000000000}"/>
          </ac:spMkLst>
        </pc:spChg>
        <pc:picChg chg="add mod ord">
          <ac:chgData name="Орися Багрій" userId="ff929c67511527b9" providerId="LiveId" clId="{8261272E-99A6-4D29-B416-6924B78AEA47}" dt="2026-05-28T20:39:57.537" v="106" actId="14861"/>
          <ac:picMkLst>
            <pc:docMk/>
            <pc:sldMk cId="2856891561" sldId="270"/>
            <ac:picMk id="4" creationId="{C6D2C9B7-8001-474D-98B8-428032983FC4}"/>
          </ac:picMkLst>
        </pc:picChg>
        <pc:picChg chg="add del mod">
          <ac:chgData name="Орися Багрій" userId="ff929c67511527b9" providerId="LiveId" clId="{8261272E-99A6-4D29-B416-6924B78AEA47}" dt="2026-05-28T20:38:38.037" v="88" actId="22"/>
          <ac:picMkLst>
            <pc:docMk/>
            <pc:sldMk cId="2856891561" sldId="270"/>
            <ac:picMk id="6" creationId="{CD711B41-C58C-495C-9BDE-B79A131D5CCC}"/>
          </ac:picMkLst>
        </pc:picChg>
        <pc:picChg chg="add mod">
          <ac:chgData name="Орися Багрій" userId="ff929c67511527b9" providerId="LiveId" clId="{8261272E-99A6-4D29-B416-6924B78AEA47}" dt="2026-05-28T20:40:03.468" v="107" actId="14861"/>
          <ac:picMkLst>
            <pc:docMk/>
            <pc:sldMk cId="2856891561" sldId="270"/>
            <ac:picMk id="8" creationId="{DEF39770-725D-4282-9117-9A6AD7C3298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610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6860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062399" y="1643434"/>
            <a:ext cx="5019201" cy="8166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Освітня платформа для організації віртуального навчального процесу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392135" y="3186482"/>
            <a:ext cx="6359728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ПЗПІ-23-7, Тавдгірідзе Давид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Джемалович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Керівник:	 ст. викл.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uk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афедри ПІ, Олійник Олена Володимирівна 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червня 2025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107367" y="444137"/>
            <a:ext cx="5965004" cy="3634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 мобільного застосунку освітньої платформи для організації віртуального навчального процесу є головною задачею нашої роботи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Актуальність:</a:t>
            </a:r>
            <a:b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зростання ролі мобільних пристроїв у навчанні;</a:t>
            </a:r>
            <a:b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потреба у швидкому доступі до курсів, завдань і оцінок;</a:t>
            </a:r>
            <a:b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необхідність єдиного середовища для здобувачів, викладачів і адміністратора;</a:t>
            </a:r>
            <a:b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підтримка розкладу, відвідуваності, тестів і сповіщень.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2B65A3-98CC-42D8-8A14-C26DAE7ED5E7}"/>
              </a:ext>
            </a:extLst>
          </p:cNvPr>
          <p:cNvSpPr txBox="1"/>
          <p:nvPr/>
        </p:nvSpPr>
        <p:spPr>
          <a:xfrm>
            <a:off x="197576" y="91216"/>
            <a:ext cx="4666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</a:t>
            </a:r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uk-UA" sz="32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C273DA7-20B5-4918-BAE6-2F04C1195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8330" y="1160672"/>
            <a:ext cx="3303962" cy="2201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341E85-6957-466B-A4CE-A9DC96ADCEE5}"/>
              </a:ext>
            </a:extLst>
          </p:cNvPr>
          <p:cNvSpPr txBox="1"/>
          <p:nvPr/>
        </p:nvSpPr>
        <p:spPr>
          <a:xfrm>
            <a:off x="5526155" y="3785579"/>
            <a:ext cx="3768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1 - Логотип освітньої платформи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268925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268925" y="787620"/>
            <a:ext cx="6335505" cy="35718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Досліджені аналоги: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Canvas LMS;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Google Classroom;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Moodle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Виявлені недоліки існуючих рішень: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обмежений мобільний функціонал викладача;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відсутність повноцінного обліку відвідуваності;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відсутність вбудованого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відеозв’язку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обмежені можливості роботи з оцінками та розкладом;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відсутність елементів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гейміфікації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859948" y="452782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pic>
        <p:nvPicPr>
          <p:cNvPr id="1028" name="Picture 4" descr="Canvas LMS - Apps Documentation">
            <a:extLst>
              <a:ext uri="{FF2B5EF4-FFF2-40B4-BE49-F238E27FC236}">
                <a16:creationId xmlns:a16="http://schemas.microsoft.com/office/drawing/2014/main" id="{433BBE5C-0D32-4ACA-874D-0C86CE41F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430" y="121400"/>
            <a:ext cx="1713932" cy="171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815A353-5DDE-495E-8980-2EF0E16E2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675" y="1963552"/>
            <a:ext cx="2031225" cy="52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oogle Classroom Logo, symbol, meaning, history, PNG, brand">
            <a:extLst>
              <a:ext uri="{FF2B5EF4-FFF2-40B4-BE49-F238E27FC236}">
                <a16:creationId xmlns:a16="http://schemas.microsoft.com/office/drawing/2014/main" id="{360C8C87-014C-49CD-AA57-B4E6DD5A4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585" y="2659448"/>
            <a:ext cx="2497404" cy="140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4D8473-7F34-4B40-8DC0-4AA0FF216A09}"/>
              </a:ext>
            </a:extLst>
          </p:cNvPr>
          <p:cNvSpPr txBox="1"/>
          <p:nvPr/>
        </p:nvSpPr>
        <p:spPr>
          <a:xfrm>
            <a:off x="5531650" y="4137390"/>
            <a:ext cx="3859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2 - Логотипи досліджених аналогів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102695" y="8151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задачі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69D0F031-30C9-497C-AD6E-BDB81EDCC50A}"/>
              </a:ext>
            </a:extLst>
          </p:cNvPr>
          <p:cNvSpPr/>
          <p:nvPr/>
        </p:nvSpPr>
        <p:spPr>
          <a:xfrm>
            <a:off x="587829" y="1288580"/>
            <a:ext cx="543346" cy="52904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D64D8F39-F007-455A-B035-112938B9F7A2}"/>
              </a:ext>
            </a:extLst>
          </p:cNvPr>
          <p:cNvSpPr/>
          <p:nvPr/>
        </p:nvSpPr>
        <p:spPr>
          <a:xfrm>
            <a:off x="587829" y="2516948"/>
            <a:ext cx="543346" cy="52904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94E68454-DCD7-4C73-9C09-5D58899A268D}"/>
              </a:ext>
            </a:extLst>
          </p:cNvPr>
          <p:cNvSpPr/>
          <p:nvPr/>
        </p:nvSpPr>
        <p:spPr>
          <a:xfrm>
            <a:off x="587829" y="3131132"/>
            <a:ext cx="543346" cy="52904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2605B378-3334-4587-B503-AA5F11A0DD46}"/>
              </a:ext>
            </a:extLst>
          </p:cNvPr>
          <p:cNvSpPr/>
          <p:nvPr/>
        </p:nvSpPr>
        <p:spPr>
          <a:xfrm>
            <a:off x="587829" y="3745316"/>
            <a:ext cx="543346" cy="52904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E18E3CBA-ED8F-4817-9A20-1AED0B08C82A}"/>
              </a:ext>
            </a:extLst>
          </p:cNvPr>
          <p:cNvSpPr/>
          <p:nvPr/>
        </p:nvSpPr>
        <p:spPr>
          <a:xfrm>
            <a:off x="587829" y="1902764"/>
            <a:ext cx="543346" cy="52904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64B2BBB3-3649-4B38-ADA2-A013C6A4F262}"/>
              </a:ext>
            </a:extLst>
          </p:cNvPr>
          <p:cNvSpPr/>
          <p:nvPr/>
        </p:nvSpPr>
        <p:spPr>
          <a:xfrm>
            <a:off x="1338943" y="1260336"/>
            <a:ext cx="2514600" cy="55729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Авторизація та ролі</a:t>
            </a:r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4C8AE0B9-802D-49D2-81BC-E6C176CA8765}"/>
              </a:ext>
            </a:extLst>
          </p:cNvPr>
          <p:cNvSpPr/>
          <p:nvPr/>
        </p:nvSpPr>
        <p:spPr>
          <a:xfrm>
            <a:off x="1338943" y="1886504"/>
            <a:ext cx="2514600" cy="55729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здобувача</a:t>
            </a:r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3195879C-16EF-4FB7-9723-A7491B692291}"/>
              </a:ext>
            </a:extLst>
          </p:cNvPr>
          <p:cNvSpPr/>
          <p:nvPr/>
        </p:nvSpPr>
        <p:spPr>
          <a:xfrm>
            <a:off x="1338943" y="2512672"/>
            <a:ext cx="2514600" cy="55729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</a:rPr>
              <a:t>Модуль викладача</a:t>
            </a:r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06B29835-9D91-4DAF-A14A-5503868EF71B}"/>
              </a:ext>
            </a:extLst>
          </p:cNvPr>
          <p:cNvSpPr/>
          <p:nvPr/>
        </p:nvSpPr>
        <p:spPr>
          <a:xfrm>
            <a:off x="1338943" y="3117010"/>
            <a:ext cx="2514600" cy="55729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</a:rPr>
              <a:t>Адміністративний модуль</a:t>
            </a:r>
          </a:p>
        </p:txBody>
      </p:sp>
      <p:sp>
        <p:nvSpPr>
          <p:cNvPr id="19" name="Прямокутник 18">
            <a:extLst>
              <a:ext uri="{FF2B5EF4-FFF2-40B4-BE49-F238E27FC236}">
                <a16:creationId xmlns:a16="http://schemas.microsoft.com/office/drawing/2014/main" id="{8EE642C4-8784-449F-BB48-B33CF7DBEAA0}"/>
              </a:ext>
            </a:extLst>
          </p:cNvPr>
          <p:cNvSpPr/>
          <p:nvPr/>
        </p:nvSpPr>
        <p:spPr>
          <a:xfrm>
            <a:off x="1338943" y="3745316"/>
            <a:ext cx="2514600" cy="55729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</a:rPr>
              <a:t>Інтеграція та сервіси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721736-8E25-4476-9330-FA659C267862}"/>
              </a:ext>
            </a:extLst>
          </p:cNvPr>
          <p:cNvSpPr txBox="1"/>
          <p:nvPr/>
        </p:nvSpPr>
        <p:spPr>
          <a:xfrm>
            <a:off x="4180116" y="1260336"/>
            <a:ext cx="45981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реєстрація, вхід у систему, розмежування доступу для здобувача, викладача та адміністратора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B28AAA-937F-4C8F-9192-3DE28BC86811}"/>
              </a:ext>
            </a:extLst>
          </p:cNvPr>
          <p:cNvSpPr txBox="1"/>
          <p:nvPr/>
        </p:nvSpPr>
        <p:spPr>
          <a:xfrm>
            <a:off x="4235567" y="1876373"/>
            <a:ext cx="47875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/>
              <a:t>перегляд курсів, матеріалів, завдань, оцінок,розкладу, відвідуваності та проходження тестів</a:t>
            </a:r>
            <a:endParaRPr lang="uk-UA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545EC7-77EF-44E0-8A11-C630E3F50741}"/>
              </a:ext>
            </a:extLst>
          </p:cNvPr>
          <p:cNvSpPr txBox="1"/>
          <p:nvPr/>
        </p:nvSpPr>
        <p:spPr>
          <a:xfrm>
            <a:off x="4180116" y="2386152"/>
            <a:ext cx="51532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керування курсами, додавання матеріалів і завдань, перевірка робіт, виставлення оцінок, контроль відвідуваності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9D8860-8D77-4DE5-A233-37B06BEFBACA}"/>
              </a:ext>
            </a:extLst>
          </p:cNvPr>
          <p:cNvSpPr txBox="1"/>
          <p:nvPr/>
        </p:nvSpPr>
        <p:spPr>
          <a:xfrm>
            <a:off x="4180116" y="3136958"/>
            <a:ext cx="4692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керування користувачами, курсами, </a:t>
            </a:r>
            <a:r>
              <a:rPr lang="uk-UA" dirty="0" err="1"/>
              <a:t>групами,перегляд</a:t>
            </a:r>
            <a:r>
              <a:rPr lang="uk-UA" dirty="0"/>
              <a:t> звітів і журналу аудиту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BAC3FB-EFFD-4CF7-A236-EA38484E2B61}"/>
              </a:ext>
            </a:extLst>
          </p:cNvPr>
          <p:cNvSpPr txBox="1"/>
          <p:nvPr/>
        </p:nvSpPr>
        <p:spPr>
          <a:xfrm>
            <a:off x="4132697" y="3745316"/>
            <a:ext cx="5153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взаємодія із сервером через REST API, локальне </a:t>
            </a:r>
            <a:r>
              <a:rPr lang="uk-UA" dirty="0" err="1"/>
              <a:t>кешування</a:t>
            </a:r>
            <a:r>
              <a:rPr lang="uk-UA" dirty="0"/>
              <a:t> та захищене зберігання токена</a:t>
            </a:r>
          </a:p>
        </p:txBody>
      </p:sp>
      <p:sp>
        <p:nvSpPr>
          <p:cNvPr id="24" name="Стрілка: вправо 23">
            <a:extLst>
              <a:ext uri="{FF2B5EF4-FFF2-40B4-BE49-F238E27FC236}">
                <a16:creationId xmlns:a16="http://schemas.microsoft.com/office/drawing/2014/main" id="{0A824E94-9E40-4574-83F0-AE1911CA1EF5}"/>
              </a:ext>
            </a:extLst>
          </p:cNvPr>
          <p:cNvSpPr/>
          <p:nvPr/>
        </p:nvSpPr>
        <p:spPr>
          <a:xfrm>
            <a:off x="3958046" y="1553103"/>
            <a:ext cx="174651" cy="6016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1" name="Стрілка: вправо 30">
            <a:extLst>
              <a:ext uri="{FF2B5EF4-FFF2-40B4-BE49-F238E27FC236}">
                <a16:creationId xmlns:a16="http://schemas.microsoft.com/office/drawing/2014/main" id="{B3871AA8-4C22-4542-ABF5-174C208D85AB}"/>
              </a:ext>
            </a:extLst>
          </p:cNvPr>
          <p:cNvSpPr/>
          <p:nvPr/>
        </p:nvSpPr>
        <p:spPr>
          <a:xfrm>
            <a:off x="3953114" y="2107903"/>
            <a:ext cx="174651" cy="6016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2" name="Стрілка: вправо 31">
            <a:extLst>
              <a:ext uri="{FF2B5EF4-FFF2-40B4-BE49-F238E27FC236}">
                <a16:creationId xmlns:a16="http://schemas.microsoft.com/office/drawing/2014/main" id="{C3BD3897-A000-4D1E-B772-2F4C0019AD48}"/>
              </a:ext>
            </a:extLst>
          </p:cNvPr>
          <p:cNvSpPr/>
          <p:nvPr/>
        </p:nvSpPr>
        <p:spPr>
          <a:xfrm>
            <a:off x="3953116" y="2763254"/>
            <a:ext cx="174651" cy="6016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3" name="Стрілка: вправо 32">
            <a:extLst>
              <a:ext uri="{FF2B5EF4-FFF2-40B4-BE49-F238E27FC236}">
                <a16:creationId xmlns:a16="http://schemas.microsoft.com/office/drawing/2014/main" id="{BA5E2F18-E353-4ECB-934C-38CF66857B17}"/>
              </a:ext>
            </a:extLst>
          </p:cNvPr>
          <p:cNvSpPr/>
          <p:nvPr/>
        </p:nvSpPr>
        <p:spPr>
          <a:xfrm>
            <a:off x="3953113" y="3358445"/>
            <a:ext cx="174651" cy="6016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4" name="Стрілка: вправо 33">
            <a:extLst>
              <a:ext uri="{FF2B5EF4-FFF2-40B4-BE49-F238E27FC236}">
                <a16:creationId xmlns:a16="http://schemas.microsoft.com/office/drawing/2014/main" id="{F21E6207-D4B1-4C31-AE5F-FEE7BD6E014C}"/>
              </a:ext>
            </a:extLst>
          </p:cNvPr>
          <p:cNvSpPr/>
          <p:nvPr/>
        </p:nvSpPr>
        <p:spPr>
          <a:xfrm>
            <a:off x="3953115" y="3998735"/>
            <a:ext cx="174651" cy="6016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600" y="4417959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567228" y="397218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A07F63-A05D-4D6D-B000-6A72242161A5}"/>
              </a:ext>
            </a:extLst>
          </p:cNvPr>
          <p:cNvSpPr txBox="1"/>
          <p:nvPr/>
        </p:nvSpPr>
        <p:spPr>
          <a:xfrm>
            <a:off x="152400" y="131091"/>
            <a:ext cx="84886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3900">
                <a:solidFill>
                  <a:srgbClr val="000000"/>
                </a:solidFill>
                <a:latin typeface="Times New Roman"/>
              </a:defRPr>
            </a:pPr>
            <a:r>
              <a:rPr sz="3200" dirty="0" err="1"/>
              <a:t>Архітектура</a:t>
            </a:r>
            <a:r>
              <a:rPr sz="3200" dirty="0"/>
              <a:t> </a:t>
            </a:r>
            <a:r>
              <a:rPr sz="3200" dirty="0" err="1"/>
              <a:t>створеного</a:t>
            </a:r>
            <a:r>
              <a:rPr sz="3200" dirty="0"/>
              <a:t> </a:t>
            </a:r>
            <a:r>
              <a:rPr sz="3200" dirty="0" err="1"/>
              <a:t>програмного</a:t>
            </a:r>
            <a:br>
              <a:rPr sz="3200" dirty="0"/>
            </a:br>
            <a:r>
              <a:rPr sz="3200" dirty="0" err="1"/>
              <a:t>забезпечення</a:t>
            </a:r>
            <a:endParaRPr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608D6-3A22-4666-B605-FAC763C470DC}"/>
              </a:ext>
            </a:extLst>
          </p:cNvPr>
          <p:cNvSpPr txBox="1"/>
          <p:nvPr/>
        </p:nvSpPr>
        <p:spPr>
          <a:xfrm>
            <a:off x="152400" y="1221658"/>
            <a:ext cx="53078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sz="1800" dirty="0" err="1"/>
              <a:t>Клієнт-серверна</a:t>
            </a:r>
            <a:r>
              <a:rPr sz="1800" dirty="0"/>
              <a:t> </a:t>
            </a:r>
            <a:r>
              <a:rPr sz="1800" dirty="0" err="1"/>
              <a:t>архітектура</a:t>
            </a:r>
            <a:r>
              <a:rPr sz="1800" dirty="0"/>
              <a:t> </a:t>
            </a:r>
            <a:r>
              <a:rPr sz="1800" dirty="0" err="1"/>
              <a:t>мобільного</a:t>
            </a:r>
            <a:r>
              <a:rPr sz="1800" dirty="0"/>
              <a:t> </a:t>
            </a:r>
            <a:r>
              <a:rPr sz="1800" dirty="0" err="1"/>
              <a:t>застосунку</a:t>
            </a:r>
            <a:endParaRPr sz="180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B8A32CB7-2BC3-4660-9E0C-2CE7DAF920DC}"/>
              </a:ext>
            </a:extLst>
          </p:cNvPr>
          <p:cNvSpPr/>
          <p:nvPr/>
        </p:nvSpPr>
        <p:spPr>
          <a:xfrm>
            <a:off x="152400" y="1756670"/>
            <a:ext cx="2372673" cy="1077219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73152" rtlCol="0" anchor="ctr"/>
          <a:lstStyle/>
          <a:p>
            <a:pPr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dirty="0" err="1"/>
              <a:t>Мобільний</a:t>
            </a:r>
            <a:r>
              <a:rPr dirty="0"/>
              <a:t> </a:t>
            </a:r>
            <a:r>
              <a:rPr dirty="0" err="1"/>
              <a:t>застосунок</a:t>
            </a:r>
            <a:endParaRPr dirty="0"/>
          </a:p>
          <a:p>
            <a:pPr algn="ctr"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Flutter / Dart</a:t>
            </a:r>
          </a:p>
          <a:p>
            <a:pPr algn="ctr"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UI, </a:t>
            </a:r>
            <a:r>
              <a:rPr dirty="0" err="1"/>
              <a:t>навігація</a:t>
            </a:r>
            <a:r>
              <a:rPr dirty="0"/>
              <a:t>, </a:t>
            </a:r>
            <a:r>
              <a:rPr dirty="0" err="1"/>
              <a:t>стан</a:t>
            </a:r>
            <a:endParaRPr dirty="0"/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B4EC5284-90B7-4A09-9F0D-E9BCDEF90B16}"/>
              </a:ext>
            </a:extLst>
          </p:cNvPr>
          <p:cNvSpPr/>
          <p:nvPr/>
        </p:nvSpPr>
        <p:spPr>
          <a:xfrm>
            <a:off x="3078480" y="1756670"/>
            <a:ext cx="1721351" cy="1077219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73152" rtlCol="0" anchor="ctr"/>
          <a:lstStyle/>
          <a:p>
            <a:pPr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REST API</a:t>
            </a:r>
          </a:p>
          <a:p>
            <a:pPr algn="ctr"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JSON-запити</a:t>
            </a:r>
          </a:p>
          <a:p>
            <a:pPr algn="ctr"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HTTPS</a:t>
            </a: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FC50BEB4-DED3-476A-8301-C636B3E7856C}"/>
              </a:ext>
            </a:extLst>
          </p:cNvPr>
          <p:cNvSpPr/>
          <p:nvPr/>
        </p:nvSpPr>
        <p:spPr>
          <a:xfrm>
            <a:off x="5160830" y="1755482"/>
            <a:ext cx="1956116" cy="1070548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73152" rtlCol="0" anchor="ctr"/>
          <a:lstStyle/>
          <a:p>
            <a:pPr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sz="1600" dirty="0" err="1"/>
              <a:t>Серверна</a:t>
            </a:r>
            <a:r>
              <a:rPr sz="1600" dirty="0"/>
              <a:t> </a:t>
            </a:r>
            <a:r>
              <a:rPr sz="1600" dirty="0" err="1"/>
              <a:t>частина</a:t>
            </a:r>
            <a:endParaRPr sz="1600" dirty="0"/>
          </a:p>
          <a:p>
            <a:pPr algn="ctr"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Node.js / Express</a:t>
            </a:r>
          </a:p>
          <a:p>
            <a:pPr algn="ctr"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 err="1"/>
              <a:t>бізнес-логіка</a:t>
            </a:r>
            <a:endParaRPr dirty="0"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BA9055AE-9C51-42CA-9587-A700ED0F6A55}"/>
              </a:ext>
            </a:extLst>
          </p:cNvPr>
          <p:cNvSpPr/>
          <p:nvPr/>
        </p:nvSpPr>
        <p:spPr>
          <a:xfrm>
            <a:off x="7372485" y="1748811"/>
            <a:ext cx="1715951" cy="1077219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73152" rtlCol="0" anchor="ctr"/>
          <a:lstStyle/>
          <a:p>
            <a:pPr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sz="1600" dirty="0" err="1"/>
              <a:t>База</a:t>
            </a:r>
            <a:r>
              <a:rPr sz="1600" dirty="0"/>
              <a:t> </a:t>
            </a:r>
            <a:r>
              <a:rPr sz="1600" dirty="0" err="1"/>
              <a:t>даних</a:t>
            </a:r>
            <a:endParaRPr sz="1600" dirty="0"/>
          </a:p>
          <a:p>
            <a:pPr algn="ctr"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PostgreSQL</a:t>
            </a:r>
          </a:p>
          <a:p>
            <a:pPr algn="ctr"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 err="1"/>
              <a:t>дані</a:t>
            </a:r>
            <a:r>
              <a:rPr dirty="0"/>
              <a:t> </a:t>
            </a:r>
            <a:r>
              <a:rPr dirty="0" err="1"/>
              <a:t>платформи</a:t>
            </a:r>
            <a:endParaRPr dirty="0"/>
          </a:p>
        </p:txBody>
      </p:sp>
      <p:cxnSp>
        <p:nvCxnSpPr>
          <p:cNvPr id="16" name="Connector 7">
            <a:extLst>
              <a:ext uri="{FF2B5EF4-FFF2-40B4-BE49-F238E27FC236}">
                <a16:creationId xmlns:a16="http://schemas.microsoft.com/office/drawing/2014/main" id="{67DBF2FC-BBF9-4807-9462-8B4D4C076CAC}"/>
              </a:ext>
            </a:extLst>
          </p:cNvPr>
          <p:cNvCxnSpPr>
            <a:cxnSpLocks/>
          </p:cNvCxnSpPr>
          <p:nvPr/>
        </p:nvCxnSpPr>
        <p:spPr>
          <a:xfrm>
            <a:off x="2484121" y="2257818"/>
            <a:ext cx="604799" cy="0"/>
          </a:xfrm>
          <a:prstGeom prst="line">
            <a:avLst/>
          </a:prstGeom>
          <a:ln w="25400">
            <a:solidFill>
              <a:srgbClr val="192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8">
            <a:extLst>
              <a:ext uri="{FF2B5EF4-FFF2-40B4-BE49-F238E27FC236}">
                <a16:creationId xmlns:a16="http://schemas.microsoft.com/office/drawing/2014/main" id="{CB94385E-4349-4EAC-9E88-2EBF87C8EF02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4799831" y="2290756"/>
            <a:ext cx="360999" cy="4524"/>
          </a:xfrm>
          <a:prstGeom prst="line">
            <a:avLst/>
          </a:prstGeom>
          <a:ln w="25400">
            <a:solidFill>
              <a:srgbClr val="192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9">
            <a:extLst>
              <a:ext uri="{FF2B5EF4-FFF2-40B4-BE49-F238E27FC236}">
                <a16:creationId xmlns:a16="http://schemas.microsoft.com/office/drawing/2014/main" id="{C96A47CA-7D24-4C0B-9071-B0D670350E49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7116946" y="2287421"/>
            <a:ext cx="255539" cy="3335"/>
          </a:xfrm>
          <a:prstGeom prst="line">
            <a:avLst/>
          </a:prstGeom>
          <a:ln w="25400">
            <a:solidFill>
              <a:srgbClr val="192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706D6DB1-B6A7-4F5F-96FC-07F0086696A9}"/>
              </a:ext>
            </a:extLst>
          </p:cNvPr>
          <p:cNvSpPr/>
          <p:nvPr/>
        </p:nvSpPr>
        <p:spPr>
          <a:xfrm>
            <a:off x="310036" y="3323160"/>
            <a:ext cx="205740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73152" rtlCol="0" anchor="ctr"/>
          <a:lstStyle/>
          <a:p>
            <a:pPr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sz="1600" dirty="0" err="1"/>
              <a:t>Локальне</a:t>
            </a:r>
            <a:r>
              <a:rPr sz="1600" dirty="0"/>
              <a:t> </a:t>
            </a:r>
            <a:r>
              <a:rPr sz="1600" dirty="0" err="1"/>
              <a:t>сховище</a:t>
            </a:r>
            <a:endParaRPr sz="1600" dirty="0"/>
          </a:p>
          <a:p>
            <a:pPr algn="ctr"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Hive</a:t>
            </a:r>
          </a:p>
          <a:p>
            <a:pPr algn="ctr"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 err="1"/>
              <a:t>flutter_secure_storage</a:t>
            </a:r>
            <a:endParaRPr dirty="0"/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CCAE321C-E09C-4F56-B9CF-D672EFB48777}"/>
              </a:ext>
            </a:extLst>
          </p:cNvPr>
          <p:cNvSpPr/>
          <p:nvPr/>
        </p:nvSpPr>
        <p:spPr>
          <a:xfrm>
            <a:off x="7244715" y="3511830"/>
            <a:ext cx="1816161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73152" rtlCol="0" anchor="ctr"/>
          <a:lstStyle/>
          <a:p>
            <a:pPr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Відеозустрічі</a:t>
            </a:r>
          </a:p>
          <a:p>
            <a:pPr algn="ctr"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зовнішній сервіс</a:t>
            </a:r>
          </a:p>
          <a:p>
            <a:pPr algn="ctr"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відеозв’язку</a:t>
            </a:r>
          </a:p>
        </p:txBody>
      </p:sp>
      <p:cxnSp>
        <p:nvCxnSpPr>
          <p:cNvPr id="22" name="Connector 13">
            <a:extLst>
              <a:ext uri="{FF2B5EF4-FFF2-40B4-BE49-F238E27FC236}">
                <a16:creationId xmlns:a16="http://schemas.microsoft.com/office/drawing/2014/main" id="{7A674288-B841-4DBB-90F4-320D155ABABC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1338736" y="2833889"/>
            <a:ext cx="2700" cy="489271"/>
          </a:xfrm>
          <a:prstGeom prst="line">
            <a:avLst/>
          </a:prstGeom>
          <a:ln w="25400">
            <a:solidFill>
              <a:srgbClr val="192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15">
            <a:extLst>
              <a:ext uri="{FF2B5EF4-FFF2-40B4-BE49-F238E27FC236}">
                <a16:creationId xmlns:a16="http://schemas.microsoft.com/office/drawing/2014/main" id="{9CC309AB-378B-400A-9543-6BB7360FC6FF}"/>
              </a:ext>
            </a:extLst>
          </p:cNvPr>
          <p:cNvCxnSpPr/>
          <p:nvPr/>
        </p:nvCxnSpPr>
        <p:spPr>
          <a:xfrm flipV="1">
            <a:off x="8243780" y="2826030"/>
            <a:ext cx="0" cy="685800"/>
          </a:xfrm>
          <a:prstGeom prst="line">
            <a:avLst/>
          </a:prstGeom>
          <a:ln w="25400">
            <a:solidFill>
              <a:srgbClr val="192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16">
            <a:extLst>
              <a:ext uri="{FF2B5EF4-FFF2-40B4-BE49-F238E27FC236}">
                <a16:creationId xmlns:a16="http://schemas.microsoft.com/office/drawing/2014/main" id="{6803C159-9455-4C12-961C-1BB8BB04D635}"/>
              </a:ext>
            </a:extLst>
          </p:cNvPr>
          <p:cNvSpPr/>
          <p:nvPr/>
        </p:nvSpPr>
        <p:spPr>
          <a:xfrm>
            <a:off x="3094680" y="3548055"/>
            <a:ext cx="3376311" cy="1134144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Ins="137160" rtlCol="0" anchor="ctr"/>
          <a:lstStyle/>
          <a:p>
            <a:pPr algn="ctr"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uk-UA" dirty="0"/>
              <a:t>Рольова маршрутизація забезпечує окремі модулі для здобувача, викладача та адміністратора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4DF2F7A4-EF26-456E-B002-85707C98A76D}"/>
              </a:ext>
            </a:extLst>
          </p:cNvPr>
          <p:cNvSpPr/>
          <p:nvPr/>
        </p:nvSpPr>
        <p:spPr>
          <a:xfrm>
            <a:off x="77070" y="104504"/>
            <a:ext cx="84778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3200" dirty="0">
                <a:solidFill>
                  <a:srgbClr val="11111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Технології</a:t>
            </a:r>
            <a:r>
              <a:rPr lang="en-US" sz="3200" dirty="0">
                <a:solidFill>
                  <a:srgbClr val="11111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, використані в роботі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F34A38CC-EC85-4B90-A02E-B164F030DD1F}"/>
              </a:ext>
            </a:extLst>
          </p:cNvPr>
          <p:cNvSpPr/>
          <p:nvPr/>
        </p:nvSpPr>
        <p:spPr>
          <a:xfrm>
            <a:off x="147175" y="729442"/>
            <a:ext cx="442482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chemeClr val="tx1"/>
            </a:solidFill>
            <a:prstDash val="solid"/>
          </a:ln>
        </p:spPr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02CB91C7-5371-4BA4-9A69-911CF0684777}"/>
              </a:ext>
            </a:extLst>
          </p:cNvPr>
          <p:cNvSpPr/>
          <p:nvPr/>
        </p:nvSpPr>
        <p:spPr>
          <a:xfrm>
            <a:off x="311768" y="894034"/>
            <a:ext cx="4157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Мобільний застосунок</a:t>
            </a:r>
            <a:endParaRPr lang="en-US" sz="220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EEB3F44C-D52F-465D-81A5-9ED8107E2E81}"/>
              </a:ext>
            </a:extLst>
          </p:cNvPr>
          <p:cNvSpPr/>
          <p:nvPr/>
        </p:nvSpPr>
        <p:spPr>
          <a:xfrm>
            <a:off x="311768" y="1351234"/>
            <a:ext cx="41571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Flutter, Dart — реалізація кросплатформного клієнта;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Bloc/Cubit, go_router — керування станом і навігацією.</a:t>
            </a:r>
            <a:endParaRPr lang="en-US" sz="1750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47879CD5-52FA-4C6E-B0E7-B52A5B8FFAEC}"/>
              </a:ext>
            </a:extLst>
          </p:cNvPr>
          <p:cNvSpPr/>
          <p:nvPr/>
        </p:nvSpPr>
        <p:spPr>
          <a:xfrm>
            <a:off x="4693919" y="729442"/>
            <a:ext cx="431327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chemeClr val="tx1"/>
            </a:solidFill>
            <a:prstDash val="solid"/>
          </a:ln>
        </p:spPr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8444EC30-B746-4174-A575-8A4EFC12B9C5}"/>
              </a:ext>
            </a:extLst>
          </p:cNvPr>
          <p:cNvSpPr/>
          <p:nvPr/>
        </p:nvSpPr>
        <p:spPr>
          <a:xfrm>
            <a:off x="4858511" y="894034"/>
            <a:ext cx="40455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Серверна частина</a:t>
            </a:r>
            <a:endParaRPr lang="en-US" sz="22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09FC5C40-7DF6-499A-B2CC-604D407A4B34}"/>
              </a:ext>
            </a:extLst>
          </p:cNvPr>
          <p:cNvSpPr/>
          <p:nvPr/>
        </p:nvSpPr>
        <p:spPr>
          <a:xfrm>
            <a:off x="4858511" y="1351234"/>
            <a:ext cx="404555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Node.js, Express — обробка запитів і бізнес-логіки;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 — обмін даними між клієнтом і сервером.</a:t>
            </a:r>
            <a:endParaRPr lang="en-US" sz="175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5E822846-2EC3-4531-A1F2-0D28A3F41C55}"/>
              </a:ext>
            </a:extLst>
          </p:cNvPr>
          <p:cNvSpPr/>
          <p:nvPr/>
        </p:nvSpPr>
        <p:spPr>
          <a:xfrm>
            <a:off x="147175" y="2615958"/>
            <a:ext cx="442482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chemeClr val="tx1"/>
            </a:solidFill>
            <a:prstDash val="solid"/>
          </a:ln>
        </p:spPr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8A5DB5BB-E29F-4D7B-BF41-56AA8E49ECA7}"/>
              </a:ext>
            </a:extLst>
          </p:cNvPr>
          <p:cNvSpPr/>
          <p:nvPr/>
        </p:nvSpPr>
        <p:spPr>
          <a:xfrm>
            <a:off x="311768" y="2780550"/>
            <a:ext cx="4157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Зберігання даних</a:t>
            </a:r>
            <a:endParaRPr lang="en-US" sz="22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C26163D8-FF6D-4AF6-AD86-7FF96FE62270}"/>
              </a:ext>
            </a:extLst>
          </p:cNvPr>
          <p:cNvSpPr/>
          <p:nvPr/>
        </p:nvSpPr>
        <p:spPr>
          <a:xfrm>
            <a:off x="311768" y="3237750"/>
            <a:ext cx="41571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— основна база даних системи;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Hive, flutter_secure_storage — кешування та захищене зберігання токена.</a:t>
            </a:r>
            <a:endParaRPr lang="en-US" sz="175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57D0215E-715E-42E1-950C-8116E13C138B}"/>
              </a:ext>
            </a:extLst>
          </p:cNvPr>
          <p:cNvSpPr/>
          <p:nvPr/>
        </p:nvSpPr>
        <p:spPr>
          <a:xfrm>
            <a:off x="4693919" y="2615958"/>
            <a:ext cx="431327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chemeClr val="tx1"/>
            </a:solidFill>
            <a:prstDash val="solid"/>
          </a:ln>
        </p:spPr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4128255E-4F6B-410D-B2EE-7C3C77C78E36}"/>
              </a:ext>
            </a:extLst>
          </p:cNvPr>
          <p:cNvSpPr/>
          <p:nvPr/>
        </p:nvSpPr>
        <p:spPr>
          <a:xfrm>
            <a:off x="4858511" y="2780550"/>
            <a:ext cx="40455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Сервіси та інструменти</a:t>
            </a:r>
            <a:endParaRPr lang="en-US" sz="22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B1C5E152-9F1F-45CD-8D5F-75F1B53ADFB7}"/>
              </a:ext>
            </a:extLst>
          </p:cNvPr>
          <p:cNvSpPr/>
          <p:nvPr/>
        </p:nvSpPr>
        <p:spPr>
          <a:xfrm>
            <a:off x="4858511" y="3237750"/>
            <a:ext cx="404555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Firebase Cloud Messaging — push-сповіщення;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Dio, VS Code, Android Studio — HTTP-запити та розробка.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7625947" y="379490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1200" smtClean="0"/>
              <a:t>7</a:t>
            </a:fld>
            <a:endParaRPr lang="uk-UA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705B07-9DC0-4BD0-9622-EF10054AD68A}"/>
              </a:ext>
            </a:extLst>
          </p:cNvPr>
          <p:cNvSpPr txBox="1"/>
          <p:nvPr/>
        </p:nvSpPr>
        <p:spPr>
          <a:xfrm>
            <a:off x="502920" y="88915"/>
            <a:ext cx="10789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0" dirty="0" err="1">
                <a:solidFill>
                  <a:srgbClr val="000000"/>
                </a:solidFill>
                <a:latin typeface="Times New Roman"/>
              </a:rPr>
              <a:t>Дизайн</a:t>
            </a:r>
            <a:r>
              <a:rPr sz="3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3200" b="0" dirty="0" err="1">
                <a:solidFill>
                  <a:srgbClr val="000000"/>
                </a:solidFill>
                <a:latin typeface="Times New Roman"/>
              </a:rPr>
              <a:t>системи</a:t>
            </a:r>
            <a:endParaRPr sz="3200" b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Oval 2">
            <a:extLst>
              <a:ext uri="{FF2B5EF4-FFF2-40B4-BE49-F238E27FC236}">
                <a16:creationId xmlns:a16="http://schemas.microsoft.com/office/drawing/2014/main" id="{2715A5C8-0430-49C5-952E-F244849D40A6}"/>
              </a:ext>
            </a:extLst>
          </p:cNvPr>
          <p:cNvSpPr/>
          <p:nvPr/>
        </p:nvSpPr>
        <p:spPr>
          <a:xfrm>
            <a:off x="502918" y="1047522"/>
            <a:ext cx="628255" cy="581750"/>
          </a:xfrm>
          <a:prstGeom prst="ellipse">
            <a:avLst/>
          </a:prstGeom>
          <a:solidFill>
            <a:srgbClr val="FFFFFF"/>
          </a:solidFill>
          <a:ln w="1778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 dirty="0">
                <a:solidFill>
                  <a:schemeClr val="tx1"/>
                </a:solidFill>
                <a:latin typeface="Times New Roman"/>
              </a:rPr>
              <a:t>1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4C7137F1-6A8F-4C3C-BD6C-26BE67EB9B4F}"/>
              </a:ext>
            </a:extLst>
          </p:cNvPr>
          <p:cNvSpPr/>
          <p:nvPr/>
        </p:nvSpPr>
        <p:spPr>
          <a:xfrm>
            <a:off x="1518424" y="958996"/>
            <a:ext cx="2711605" cy="670276"/>
          </a:xfrm>
          <a:prstGeom prst="roundRect">
            <a:avLst/>
          </a:prstGeom>
          <a:solidFill>
            <a:srgbClr val="F8F8F8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 err="1">
                <a:solidFill>
                  <a:sysClr val="windowText" lastClr="000000"/>
                </a:solidFill>
                <a:latin typeface="Times New Roman"/>
              </a:rPr>
              <a:t>Методи</a:t>
            </a:r>
            <a:endParaRPr sz="2000" b="1" dirty="0">
              <a:solidFill>
                <a:sysClr val="windowText" lastClr="000000"/>
              </a:solidFill>
              <a:latin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F232C4-9CDC-4324-9CCE-847128157651}"/>
              </a:ext>
            </a:extLst>
          </p:cNvPr>
          <p:cNvSpPr txBox="1"/>
          <p:nvPr/>
        </p:nvSpPr>
        <p:spPr>
          <a:xfrm>
            <a:off x="4425547" y="770469"/>
            <a:ext cx="589788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1800" dirty="0"/>
              <a:t>• </a:t>
            </a:r>
            <a:r>
              <a:rPr sz="1800" dirty="0" err="1"/>
              <a:t>модульний</a:t>
            </a:r>
            <a:r>
              <a:rPr sz="1800" dirty="0"/>
              <a:t> </a:t>
            </a:r>
            <a:r>
              <a:rPr sz="1800" dirty="0" err="1"/>
              <a:t>підхід</a:t>
            </a:r>
            <a:r>
              <a:rPr sz="1800" dirty="0"/>
              <a:t> </a:t>
            </a:r>
            <a:r>
              <a:rPr sz="1800" dirty="0" err="1"/>
              <a:t>до</a:t>
            </a:r>
            <a:r>
              <a:rPr sz="1800" dirty="0"/>
              <a:t> </a:t>
            </a:r>
            <a:r>
              <a:rPr sz="1800" dirty="0" err="1"/>
              <a:t>побудови</a:t>
            </a:r>
            <a:r>
              <a:rPr sz="1800" dirty="0"/>
              <a:t> </a:t>
            </a:r>
            <a:r>
              <a:rPr sz="1800" dirty="0" err="1"/>
              <a:t>інтерфейсу</a:t>
            </a:r>
            <a:endParaRPr sz="1800" dirty="0"/>
          </a:p>
          <a:p>
            <a:pPr>
              <a:spcAft>
                <a:spcPts val="2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1800" dirty="0"/>
              <a:t>• </a:t>
            </a:r>
            <a:r>
              <a:rPr sz="1800" dirty="0" err="1"/>
              <a:t>адаптивний</a:t>
            </a:r>
            <a:r>
              <a:rPr sz="1800" dirty="0"/>
              <a:t> </a:t>
            </a:r>
            <a:r>
              <a:rPr sz="1800" dirty="0" err="1"/>
              <a:t>дизайн</a:t>
            </a:r>
            <a:r>
              <a:rPr sz="1800" dirty="0"/>
              <a:t> </a:t>
            </a:r>
            <a:r>
              <a:rPr sz="1800" dirty="0" err="1"/>
              <a:t>для</a:t>
            </a:r>
            <a:r>
              <a:rPr sz="1800" dirty="0"/>
              <a:t> </a:t>
            </a:r>
            <a:r>
              <a:rPr sz="1800" dirty="0" err="1"/>
              <a:t>різних</a:t>
            </a:r>
            <a:r>
              <a:rPr sz="1800" dirty="0"/>
              <a:t> </a:t>
            </a:r>
            <a:r>
              <a:rPr sz="1800" dirty="0" err="1"/>
              <a:t>екранів</a:t>
            </a:r>
            <a:endParaRPr sz="1800" dirty="0"/>
          </a:p>
          <a:p>
            <a:pPr>
              <a:spcAft>
                <a:spcPts val="2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1800" dirty="0"/>
              <a:t>• </a:t>
            </a:r>
            <a:r>
              <a:rPr sz="1800" dirty="0" err="1"/>
              <a:t>рольовий</a:t>
            </a:r>
            <a:r>
              <a:rPr sz="1800" dirty="0"/>
              <a:t> </a:t>
            </a:r>
            <a:r>
              <a:rPr sz="1800" dirty="0" err="1"/>
              <a:t>поділ</a:t>
            </a:r>
            <a:r>
              <a:rPr sz="1800" dirty="0"/>
              <a:t> </a:t>
            </a:r>
            <a:r>
              <a:rPr sz="1800" dirty="0" err="1"/>
              <a:t>інтерфейсів</a:t>
            </a:r>
            <a:endParaRPr sz="1800" dirty="0"/>
          </a:p>
        </p:txBody>
      </p:sp>
      <p:sp>
        <p:nvSpPr>
          <p:cNvPr id="14" name="Oval 5">
            <a:extLst>
              <a:ext uri="{FF2B5EF4-FFF2-40B4-BE49-F238E27FC236}">
                <a16:creationId xmlns:a16="http://schemas.microsoft.com/office/drawing/2014/main" id="{710B6AE3-767E-4965-B049-F4DAFF8ABF83}"/>
              </a:ext>
            </a:extLst>
          </p:cNvPr>
          <p:cNvSpPr/>
          <p:nvPr/>
        </p:nvSpPr>
        <p:spPr>
          <a:xfrm>
            <a:off x="502918" y="2240124"/>
            <a:ext cx="628255" cy="581750"/>
          </a:xfrm>
          <a:prstGeom prst="ellipse">
            <a:avLst/>
          </a:prstGeom>
          <a:solidFill>
            <a:srgbClr val="FFFFFF"/>
          </a:solidFill>
          <a:ln w="1778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 dirty="0">
                <a:solidFill>
                  <a:schemeClr val="tx1"/>
                </a:solidFill>
                <a:latin typeface="Times New Roman"/>
              </a:rPr>
              <a:t>2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C75AC0EA-9FA4-4B59-866B-722B321EC523}"/>
              </a:ext>
            </a:extLst>
          </p:cNvPr>
          <p:cNvSpPr/>
          <p:nvPr/>
        </p:nvSpPr>
        <p:spPr>
          <a:xfrm>
            <a:off x="1518424" y="2196285"/>
            <a:ext cx="2711605" cy="670276"/>
          </a:xfrm>
          <a:prstGeom prst="roundRect">
            <a:avLst/>
          </a:prstGeom>
          <a:solidFill>
            <a:srgbClr val="F8F8F8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 err="1">
                <a:solidFill>
                  <a:sysClr val="windowText" lastClr="000000"/>
                </a:solidFill>
                <a:latin typeface="Times New Roman"/>
              </a:rPr>
              <a:t>Послідовність</a:t>
            </a:r>
            <a:endParaRPr sz="2000" b="1" dirty="0">
              <a:solidFill>
                <a:sysClr val="windowText" lastClr="000000"/>
              </a:solidFill>
              <a:latin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41DFC8-FFF3-4460-9812-DCCFE7DD41AF}"/>
              </a:ext>
            </a:extLst>
          </p:cNvPr>
          <p:cNvSpPr txBox="1"/>
          <p:nvPr/>
        </p:nvSpPr>
        <p:spPr>
          <a:xfrm>
            <a:off x="4425547" y="2069048"/>
            <a:ext cx="589788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1800" dirty="0"/>
              <a:t>• </a:t>
            </a:r>
            <a:r>
              <a:rPr sz="1800" dirty="0" err="1"/>
              <a:t>аналіз</a:t>
            </a:r>
            <a:r>
              <a:rPr sz="1800" dirty="0"/>
              <a:t> </a:t>
            </a:r>
            <a:r>
              <a:rPr sz="1800" dirty="0" err="1"/>
              <a:t>вимог</a:t>
            </a:r>
            <a:r>
              <a:rPr sz="1800" dirty="0"/>
              <a:t> і </a:t>
            </a:r>
            <a:r>
              <a:rPr sz="1800" dirty="0" err="1"/>
              <a:t>функцій</a:t>
            </a:r>
            <a:r>
              <a:rPr sz="1800" dirty="0"/>
              <a:t> </a:t>
            </a:r>
            <a:r>
              <a:rPr sz="1800" dirty="0" err="1"/>
              <a:t>системи</a:t>
            </a:r>
            <a:endParaRPr sz="1800" dirty="0"/>
          </a:p>
          <a:p>
            <a:pPr>
              <a:spcAft>
                <a:spcPts val="2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1800" dirty="0"/>
              <a:t>• </a:t>
            </a:r>
            <a:r>
              <a:rPr sz="1800" dirty="0" err="1"/>
              <a:t>проєктування</a:t>
            </a:r>
            <a:r>
              <a:rPr sz="1800" dirty="0"/>
              <a:t> </a:t>
            </a:r>
            <a:r>
              <a:rPr sz="1800" dirty="0" err="1"/>
              <a:t>структури</a:t>
            </a:r>
            <a:r>
              <a:rPr sz="1800" dirty="0"/>
              <a:t> </a:t>
            </a:r>
            <a:r>
              <a:rPr sz="1800" dirty="0" err="1"/>
              <a:t>екранів</a:t>
            </a:r>
            <a:endParaRPr sz="1800" dirty="0"/>
          </a:p>
          <a:p>
            <a:pPr>
              <a:spcAft>
                <a:spcPts val="2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1800" dirty="0"/>
              <a:t>• </a:t>
            </a:r>
            <a:r>
              <a:rPr sz="1800" dirty="0" err="1"/>
              <a:t>реалізація</a:t>
            </a:r>
            <a:r>
              <a:rPr sz="1800" dirty="0"/>
              <a:t> </a:t>
            </a:r>
            <a:r>
              <a:rPr sz="1800" dirty="0" err="1"/>
              <a:t>та</a:t>
            </a:r>
            <a:r>
              <a:rPr sz="1800" dirty="0"/>
              <a:t> </a:t>
            </a:r>
            <a:r>
              <a:rPr sz="1800" dirty="0" err="1"/>
              <a:t>перевірка</a:t>
            </a:r>
            <a:r>
              <a:rPr sz="1800" dirty="0"/>
              <a:t> </a:t>
            </a:r>
            <a:r>
              <a:rPr sz="1800" dirty="0" err="1"/>
              <a:t>компонентів</a:t>
            </a:r>
            <a:endParaRPr sz="1800" dirty="0"/>
          </a:p>
        </p:txBody>
      </p:sp>
      <p:sp>
        <p:nvSpPr>
          <p:cNvPr id="17" name="Oval 8">
            <a:extLst>
              <a:ext uri="{FF2B5EF4-FFF2-40B4-BE49-F238E27FC236}">
                <a16:creationId xmlns:a16="http://schemas.microsoft.com/office/drawing/2014/main" id="{D7F70B8B-8632-4501-BD3B-8F181360BFFF}"/>
              </a:ext>
            </a:extLst>
          </p:cNvPr>
          <p:cNvSpPr/>
          <p:nvPr/>
        </p:nvSpPr>
        <p:spPr>
          <a:xfrm>
            <a:off x="502919" y="3510556"/>
            <a:ext cx="628255" cy="581750"/>
          </a:xfrm>
          <a:prstGeom prst="ellipse">
            <a:avLst/>
          </a:prstGeom>
          <a:solidFill>
            <a:srgbClr val="FFFFFF"/>
          </a:solidFill>
          <a:ln w="1778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 dirty="0">
                <a:solidFill>
                  <a:schemeClr val="tx1"/>
                </a:solidFill>
                <a:latin typeface="Times New Roman"/>
              </a:rPr>
              <a:t>3</a:t>
            </a:r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48B0459-C629-4AB9-9CBF-699DC2580FD6}"/>
              </a:ext>
            </a:extLst>
          </p:cNvPr>
          <p:cNvSpPr/>
          <p:nvPr/>
        </p:nvSpPr>
        <p:spPr>
          <a:xfrm>
            <a:off x="1518424" y="3419751"/>
            <a:ext cx="2711605" cy="672555"/>
          </a:xfrm>
          <a:prstGeom prst="roundRect">
            <a:avLst/>
          </a:prstGeom>
          <a:solidFill>
            <a:srgbClr val="F8F8F8"/>
          </a:solidFill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 err="1">
                <a:solidFill>
                  <a:sysClr val="windowText" lastClr="000000"/>
                </a:solidFill>
                <a:latin typeface="Times New Roman"/>
              </a:rPr>
              <a:t>Технології</a:t>
            </a:r>
            <a:endParaRPr sz="2000" b="1" dirty="0">
              <a:solidFill>
                <a:sysClr val="windowText" lastClr="000000"/>
              </a:solidFill>
              <a:latin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25A953-AFE5-432A-B991-951BF534652F}"/>
              </a:ext>
            </a:extLst>
          </p:cNvPr>
          <p:cNvSpPr txBox="1"/>
          <p:nvPr/>
        </p:nvSpPr>
        <p:spPr>
          <a:xfrm>
            <a:off x="4425547" y="3292204"/>
            <a:ext cx="589788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1800" dirty="0"/>
              <a:t>• Flutter і Dart </a:t>
            </a:r>
            <a:r>
              <a:rPr sz="1800" dirty="0" err="1"/>
              <a:t>для</a:t>
            </a:r>
            <a:r>
              <a:rPr sz="1800" dirty="0"/>
              <a:t> </a:t>
            </a:r>
            <a:r>
              <a:rPr sz="1800" dirty="0" err="1"/>
              <a:t>мобільного</a:t>
            </a:r>
            <a:r>
              <a:rPr sz="1800" dirty="0"/>
              <a:t> </a:t>
            </a:r>
            <a:r>
              <a:rPr sz="1800" dirty="0" err="1"/>
              <a:t>застосунку</a:t>
            </a:r>
            <a:endParaRPr sz="1800" dirty="0"/>
          </a:p>
          <a:p>
            <a:pPr>
              <a:spcAft>
                <a:spcPts val="2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1800" dirty="0"/>
              <a:t>• Material Design 3 </a:t>
            </a:r>
            <a:r>
              <a:rPr sz="1800" dirty="0" err="1"/>
              <a:t>для</a:t>
            </a:r>
            <a:r>
              <a:rPr sz="1800" dirty="0"/>
              <a:t> </a:t>
            </a:r>
            <a:r>
              <a:rPr sz="1800" dirty="0" err="1"/>
              <a:t>стилю</a:t>
            </a:r>
            <a:r>
              <a:rPr sz="1800" dirty="0"/>
              <a:t> </a:t>
            </a:r>
            <a:r>
              <a:rPr sz="1800" dirty="0" err="1"/>
              <a:t>інтерфейсу</a:t>
            </a:r>
            <a:endParaRPr sz="1800" dirty="0"/>
          </a:p>
          <a:p>
            <a:pPr>
              <a:spcAft>
                <a:spcPts val="2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1800" dirty="0"/>
              <a:t>• Bloc/Cubit і </a:t>
            </a:r>
            <a:r>
              <a:rPr sz="1800" dirty="0" err="1"/>
              <a:t>go_router</a:t>
            </a:r>
            <a:r>
              <a:rPr sz="1800" dirty="0"/>
              <a:t> </a:t>
            </a:r>
            <a:r>
              <a:rPr sz="1800" dirty="0" err="1"/>
              <a:t>для</a:t>
            </a:r>
            <a:r>
              <a:rPr sz="1800" dirty="0"/>
              <a:t> </a:t>
            </a:r>
            <a:r>
              <a:rPr sz="1800" dirty="0" err="1"/>
              <a:t>логіки</a:t>
            </a:r>
            <a:r>
              <a:rPr sz="1800" dirty="0"/>
              <a:t> </a:t>
            </a:r>
            <a:r>
              <a:rPr sz="1800" dirty="0" err="1"/>
              <a:t>та</a:t>
            </a:r>
            <a:r>
              <a:rPr sz="1800" dirty="0"/>
              <a:t> </a:t>
            </a:r>
            <a:r>
              <a:rPr sz="1800" dirty="0" err="1"/>
              <a:t>навігації</a:t>
            </a:r>
            <a:endParaRPr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 реалізації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268925" y="655298"/>
            <a:ext cx="4771075" cy="37272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Реалізація авторизації користувача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застосунку реалізовано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механізм авторизації користувача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 перевіркою облікових даних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збереженням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токена.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 можливості: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вхід у систему;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перевірка ролі користувача;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захищене зберігання токена;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перенаправлення до відповідного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модуля після входу.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BA80E2-64AD-4656-9299-6F2D30178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762" y="393730"/>
            <a:ext cx="2520000" cy="42126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E5343E-C4D1-49DF-8DC2-F532F354E5EF}"/>
              </a:ext>
            </a:extLst>
          </p:cNvPr>
          <p:cNvSpPr txBox="1"/>
          <p:nvPr/>
        </p:nvSpPr>
        <p:spPr>
          <a:xfrm>
            <a:off x="4075288" y="4606349"/>
            <a:ext cx="4737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3 - Приклад авторизації користувачів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 реалізації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268925" y="771625"/>
            <a:ext cx="3755875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Реалізація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модуля курсів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курсів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b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до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навчального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контенту</a:t>
            </a:r>
            <a:b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основних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елементів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освітнього</a:t>
            </a:r>
            <a:b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процесу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здобувача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перегляд списку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курсів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відкриття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деталей курсу;</a:t>
            </a:r>
            <a:b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доступ до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матеріалів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перегляд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завдань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400A31-2135-439D-8A41-9935FB291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027" y="537843"/>
            <a:ext cx="3883673" cy="40678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1DE141-745F-47B1-A612-3301AEF66CFB}"/>
              </a:ext>
            </a:extLst>
          </p:cNvPr>
          <p:cNvSpPr txBox="1"/>
          <p:nvPr/>
        </p:nvSpPr>
        <p:spPr>
          <a:xfrm>
            <a:off x="3524081" y="4636384"/>
            <a:ext cx="5186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4 - Приклад інтерфейсу зі сторінки курсів</a:t>
            </a:r>
          </a:p>
        </p:txBody>
      </p:sp>
    </p:spTree>
    <p:extLst>
      <p:ext uri="{BB962C8B-B14F-4D97-AF65-F5344CB8AC3E}">
        <p14:creationId xmlns:p14="http://schemas.microsoft.com/office/powerpoint/2010/main" val="326337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 реалізації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268925" y="771625"/>
            <a:ext cx="4043875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Реалізація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завданнями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тестами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організації контролю знань</a:t>
            </a:r>
            <a:b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системі реалізовано роботу</a:t>
            </a:r>
            <a:b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із завданнями та тестами.</a:t>
            </a:r>
            <a:b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Функціональність включає:</a:t>
            </a:r>
            <a:b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перегляд завдань;</a:t>
            </a:r>
            <a:b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надсилання виконаних робіт;</a:t>
            </a:r>
            <a:b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проходження тестів;</a:t>
            </a:r>
            <a:b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фіксацію результатів;</a:t>
            </a:r>
            <a:b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відображення оцінок.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D2C9B7-8001-474D-98B8-428032983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011" y="423677"/>
            <a:ext cx="2787822" cy="40635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EF39770-725D-4282-9117-9A6AD7C32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094" y="1428299"/>
            <a:ext cx="2589555" cy="305887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635881-316D-4FED-A74F-218E0B2798C9}"/>
              </a:ext>
            </a:extLst>
          </p:cNvPr>
          <p:cNvSpPr txBox="1"/>
          <p:nvPr/>
        </p:nvSpPr>
        <p:spPr>
          <a:xfrm>
            <a:off x="3235465" y="4510313"/>
            <a:ext cx="5756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5 - Приклади інтерфейсу із взаємодією з завданнями та тестами</a:t>
            </a:r>
          </a:p>
        </p:txBody>
      </p:sp>
    </p:spTree>
    <p:extLst>
      <p:ext uri="{BB962C8B-B14F-4D97-AF65-F5344CB8AC3E}">
        <p14:creationId xmlns:p14="http://schemas.microsoft.com/office/powerpoint/2010/main" val="2856891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E59623-FAB1-4361-8702-3E591305C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97" y="785200"/>
            <a:ext cx="1717982" cy="347678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37EDD55-543A-4AFE-9FFA-5ACA510DB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1246" y="785200"/>
            <a:ext cx="1767979" cy="347678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A120562-244D-4C38-BB6A-144F4578DF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4892" y="785200"/>
            <a:ext cx="1740258" cy="347678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7D59650-6C8B-4093-BDDC-7278E27FC5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8654" y="785200"/>
            <a:ext cx="1679586" cy="3476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A09339D-1656-41E5-A8B7-B7872D3ECA00}"/>
              </a:ext>
            </a:extLst>
          </p:cNvPr>
          <p:cNvSpPr txBox="1"/>
          <p:nvPr/>
        </p:nvSpPr>
        <p:spPr>
          <a:xfrm>
            <a:off x="1502089" y="4358300"/>
            <a:ext cx="62424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6 - Приклади інтерфейсу зі сторінок здобувача та викладача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23202" y="4609107"/>
            <a:ext cx="525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sz="12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00F491B2-17F2-4E70-9E3A-140BF62503FE}"/>
              </a:ext>
            </a:extLst>
          </p:cNvPr>
          <p:cNvSpPr/>
          <p:nvPr/>
        </p:nvSpPr>
        <p:spPr>
          <a:xfrm>
            <a:off x="187960" y="4224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Підсумки</a:t>
            </a:r>
            <a:endParaRPr lang="en-US" sz="36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6C83F635-0874-4B0E-A1F0-A13BCB467DC5}"/>
              </a:ext>
            </a:extLst>
          </p:cNvPr>
          <p:cNvSpPr/>
          <p:nvPr/>
        </p:nvSpPr>
        <p:spPr>
          <a:xfrm>
            <a:off x="76200" y="740325"/>
            <a:ext cx="4587240" cy="3405187"/>
          </a:xfrm>
          <a:prstGeom prst="roundRect">
            <a:avLst/>
          </a:prstGeom>
          <a:solidFill>
            <a:srgbClr val="F8F8F8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639DF099-C22E-47AA-B598-EBACDE3B2F67}"/>
              </a:ext>
            </a:extLst>
          </p:cNvPr>
          <p:cNvSpPr/>
          <p:nvPr/>
        </p:nvSpPr>
        <p:spPr>
          <a:xfrm>
            <a:off x="286513" y="895773"/>
            <a:ext cx="422653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Отримані результати</a:t>
            </a:r>
            <a:endParaRPr lang="en-US" sz="20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A6F90F6F-5348-4C1B-9D03-7A8A2C62A9E4}"/>
              </a:ext>
            </a:extLst>
          </p:cNvPr>
          <p:cNvSpPr/>
          <p:nvPr/>
        </p:nvSpPr>
        <p:spPr>
          <a:xfrm>
            <a:off x="332232" y="1362117"/>
            <a:ext cx="4148119" cy="2791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 розроблено мобільний застосунок освітньої платформи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 реалізовано модулі здобувача, викладача та адміністратора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 забезпечено роботу з курсами, завданнями, тестами, оцінками, розкладом і відвідуваністю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 реалізовано взаємодію із серверною частиною через REST API</a:t>
            </a:r>
            <a:endParaRPr lang="en-US" sz="18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3059B96F-2C66-4B7D-9DF8-DE160B786D4A}"/>
              </a:ext>
            </a:extLst>
          </p:cNvPr>
          <p:cNvSpPr/>
          <p:nvPr/>
        </p:nvSpPr>
        <p:spPr>
          <a:xfrm>
            <a:off x="4919472" y="744882"/>
            <a:ext cx="3938015" cy="3329273"/>
          </a:xfrm>
          <a:prstGeom prst="roundRect">
            <a:avLst/>
          </a:prstGeom>
          <a:solidFill>
            <a:srgbClr val="F8F8F8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0084E33-EF88-487A-9447-424A49CB8A7F}"/>
              </a:ext>
            </a:extLst>
          </p:cNvPr>
          <p:cNvSpPr/>
          <p:nvPr/>
        </p:nvSpPr>
        <p:spPr>
          <a:xfrm>
            <a:off x="5129784" y="900331"/>
            <a:ext cx="3617397" cy="256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Подальший розвиток</a:t>
            </a:r>
            <a:endParaRPr lang="en-US" sz="20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B005AB5-FA3D-417F-BB23-85787A9129CD}"/>
              </a:ext>
            </a:extLst>
          </p:cNvPr>
          <p:cNvSpPr/>
          <p:nvPr/>
        </p:nvSpPr>
        <p:spPr>
          <a:xfrm>
            <a:off x="5175504" y="1366675"/>
            <a:ext cx="3547698" cy="272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 розширення можливостей офлайн-режиму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 удосконалення системи гейміфікації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 додавання аналітики успішності та активності користувачів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 оптимізація продуктивності й розширення функціонального тестування</a:t>
            </a:r>
            <a:endParaRPr lang="en-US" sz="18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20321B3E-32DF-478C-878C-4A14B4256E8E}"/>
              </a:ext>
            </a:extLst>
          </p:cNvPr>
          <p:cNvSpPr/>
          <p:nvPr/>
        </p:nvSpPr>
        <p:spPr>
          <a:xfrm>
            <a:off x="0" y="4243169"/>
            <a:ext cx="9052560" cy="10622"/>
          </a:xfrm>
          <a:prstGeom prst="line">
            <a:avLst/>
          </a:prstGeom>
          <a:noFill/>
          <a:ln w="17780">
            <a:solidFill>
              <a:srgbClr val="D5B283"/>
            </a:solidFill>
            <a:prstDash val="solid"/>
          </a:ln>
        </p:spPr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79E3BEDF-A147-4C8D-A177-C06F54934503}"/>
              </a:ext>
            </a:extLst>
          </p:cNvPr>
          <p:cNvSpPr/>
          <p:nvPr/>
        </p:nvSpPr>
        <p:spPr>
          <a:xfrm>
            <a:off x="1883778" y="4303785"/>
            <a:ext cx="5729133" cy="58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Розроблений застосунок може використовуватися як мобільний клієнт системи управління навчальним процесом.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(1)</Template>
  <TotalTime>116</TotalTime>
  <Words>768</Words>
  <Application>Microsoft Office PowerPoint</Application>
  <PresentationFormat>Екран (16:9)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7" baseType="lpstr">
      <vt:lpstr>Economica</vt:lpstr>
      <vt:lpstr>Arial</vt:lpstr>
      <vt:lpstr>Open Sans</vt:lpstr>
      <vt:lpstr>Times New Roman</vt:lpstr>
      <vt:lpstr>Шаблон презентації кваліфікаційної роботи магістрів</vt:lpstr>
      <vt:lpstr>Освітня платформа для організації віртуального навчального процесу</vt:lpstr>
      <vt:lpstr>Презентація PowerPoint</vt:lpstr>
      <vt:lpstr>Аналіз проблеми</vt:lpstr>
      <vt:lpstr>Постановка задачі</vt:lpstr>
      <vt:lpstr>Презентація PowerPoint</vt:lpstr>
      <vt:lpstr>Презентація PowerPoint</vt:lpstr>
      <vt:lpstr>Презентація PowerPoint</vt:lpstr>
      <vt:lpstr>Приклад реалізації</vt:lpstr>
      <vt:lpstr>Приклад реалізації</vt:lpstr>
      <vt:lpstr>Приклад реалізації</vt:lpstr>
      <vt:lpstr>Інтерфейс користувача 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Освітня платформа для організації віртуального навчального процесу</dc:title>
  <dc:creator>Орися Багрій</dc:creator>
  <cp:lastModifiedBy>Орися Багрій</cp:lastModifiedBy>
  <cp:revision>8</cp:revision>
  <dcterms:created xsi:type="dcterms:W3CDTF">2026-05-28T16:28:34Z</dcterms:created>
  <dcterms:modified xsi:type="dcterms:W3CDTF">2026-05-31T18:47:09Z</dcterms:modified>
</cp:coreProperties>
</file>